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50" d="100"/>
          <a:sy n="50" d="100"/>
        </p:scale>
        <p:origin x="240" y="9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C8CD3-0CDD-4C98-9053-24956E5D885C}" type="datetimeFigureOut">
              <a:rPr lang="de-DE" smtClean="0"/>
              <a:t>14.10.2022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C594-02F8-49F8-A680-6F7130AE3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1384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C8CD3-0CDD-4C98-9053-24956E5D885C}" type="datetimeFigureOut">
              <a:rPr lang="de-DE" smtClean="0"/>
              <a:t>14.10.2022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C594-02F8-49F8-A680-6F7130AE3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1966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C8CD3-0CDD-4C98-9053-24956E5D885C}" type="datetimeFigureOut">
              <a:rPr lang="de-DE" smtClean="0"/>
              <a:t>14.10.2022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C594-02F8-49F8-A680-6F7130AE3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3304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C8CD3-0CDD-4C98-9053-24956E5D885C}" type="datetimeFigureOut">
              <a:rPr lang="de-DE" smtClean="0"/>
              <a:t>14.10.2022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C594-02F8-49F8-A680-6F7130AE3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3955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C8CD3-0CDD-4C98-9053-24956E5D885C}" type="datetimeFigureOut">
              <a:rPr lang="de-DE" smtClean="0"/>
              <a:t>14.10.2022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C594-02F8-49F8-A680-6F7130AE3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2505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C8CD3-0CDD-4C98-9053-24956E5D885C}" type="datetimeFigureOut">
              <a:rPr lang="de-DE" smtClean="0"/>
              <a:t>14.10.2022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C594-02F8-49F8-A680-6F7130AE3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1707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C8CD3-0CDD-4C98-9053-24956E5D885C}" type="datetimeFigureOut">
              <a:rPr lang="de-DE" smtClean="0"/>
              <a:t>14.10.2022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C594-02F8-49F8-A680-6F7130AE3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3133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C8CD3-0CDD-4C98-9053-24956E5D885C}" type="datetimeFigureOut">
              <a:rPr lang="de-DE" smtClean="0"/>
              <a:t>14.10.2022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C594-02F8-49F8-A680-6F7130AE3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830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C8CD3-0CDD-4C98-9053-24956E5D885C}" type="datetimeFigureOut">
              <a:rPr lang="de-DE" smtClean="0"/>
              <a:t>14.10.2022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C594-02F8-49F8-A680-6F7130AE3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36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C8CD3-0CDD-4C98-9053-24956E5D885C}" type="datetimeFigureOut">
              <a:rPr lang="de-DE" smtClean="0"/>
              <a:t>14.10.2022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C594-02F8-49F8-A680-6F7130AE3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7807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C8CD3-0CDD-4C98-9053-24956E5D885C}" type="datetimeFigureOut">
              <a:rPr lang="de-DE" smtClean="0"/>
              <a:t>14.10.2022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C594-02F8-49F8-A680-6F7130AE3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247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C8CD3-0CDD-4C98-9053-24956E5D885C}" type="datetimeFigureOut">
              <a:rPr lang="de-DE" smtClean="0"/>
              <a:t>14.10.2022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9C594-02F8-49F8-A680-6F7130AE3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889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oliver.heggelbacher@fullmo.d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589" y="669621"/>
            <a:ext cx="9195974" cy="5404607"/>
          </a:xfrm>
          <a:prstGeom prst="rect">
            <a:avLst/>
          </a:prstGeom>
        </p:spPr>
      </p:pic>
      <p:sp>
        <p:nvSpPr>
          <p:cNvPr id="5" name="Abgerundete rechteckige Legende 4"/>
          <p:cNvSpPr/>
          <p:nvPr/>
        </p:nvSpPr>
        <p:spPr>
          <a:xfrm>
            <a:off x="10631327" y="3043793"/>
            <a:ext cx="1306285" cy="492826"/>
          </a:xfrm>
          <a:prstGeom prst="wedgeRoundRectCallout">
            <a:avLst>
              <a:gd name="adj1" fmla="val -68869"/>
              <a:gd name="adj2" fmla="val -13152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900" dirty="0" smtClean="0"/>
              <a:t>Hier nur Anzeige, wie die Ausgänge stehen</a:t>
            </a:r>
            <a:endParaRPr lang="de-DE" sz="900" dirty="0"/>
          </a:p>
        </p:txBody>
      </p:sp>
      <p:sp>
        <p:nvSpPr>
          <p:cNvPr id="6" name="Abgerundete rechteckige Legende 5"/>
          <p:cNvSpPr/>
          <p:nvPr/>
        </p:nvSpPr>
        <p:spPr>
          <a:xfrm>
            <a:off x="10586084" y="1798553"/>
            <a:ext cx="1396772" cy="583008"/>
          </a:xfrm>
          <a:prstGeom prst="wedgeRoundRectCallout">
            <a:avLst>
              <a:gd name="adj1" fmla="val -68869"/>
              <a:gd name="adj2" fmla="val -13152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800" dirty="0" smtClean="0"/>
              <a:t>IN-Simulator. Kann benutzt werden, wenn keine I/O-Box angeschlossen,</a:t>
            </a:r>
            <a:endParaRPr lang="de-DE" sz="800" dirty="0"/>
          </a:p>
        </p:txBody>
      </p:sp>
      <p:sp>
        <p:nvSpPr>
          <p:cNvPr id="8" name="Textfeld 7"/>
          <p:cNvSpPr txBox="1"/>
          <p:nvPr/>
        </p:nvSpPr>
        <p:spPr>
          <a:xfrm>
            <a:off x="10194337" y="0"/>
            <a:ext cx="19976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800" dirty="0" smtClean="0"/>
              <a:t>Bearbeiter: </a:t>
            </a:r>
            <a:r>
              <a:rPr lang="de-DE" sz="800" dirty="0" smtClean="0">
                <a:hlinkClick r:id="rId3"/>
              </a:rPr>
              <a:t>oliver.heggelbacher@fullmo.de</a:t>
            </a:r>
            <a:endParaRPr lang="de-DE" sz="800" dirty="0" smtClean="0"/>
          </a:p>
          <a:p>
            <a:pPr algn="r"/>
            <a:r>
              <a:rPr lang="de-DE" sz="800" dirty="0" smtClean="0"/>
              <a:t>Datum: 2021-10-28</a:t>
            </a:r>
            <a:endParaRPr lang="de-DE" sz="800" dirty="0"/>
          </a:p>
        </p:txBody>
      </p:sp>
      <p:sp>
        <p:nvSpPr>
          <p:cNvPr id="9" name="Abgerundete rechteckige Legende 8"/>
          <p:cNvSpPr/>
          <p:nvPr/>
        </p:nvSpPr>
        <p:spPr>
          <a:xfrm>
            <a:off x="303848" y="869918"/>
            <a:ext cx="1411741" cy="540871"/>
          </a:xfrm>
          <a:prstGeom prst="wedgeRoundRectCallout">
            <a:avLst>
              <a:gd name="adj1" fmla="val 69705"/>
              <a:gd name="adj2" fmla="val 90419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900" dirty="0" smtClean="0"/>
              <a:t>1) ggf. IP-Adresse anpassen, Voreinst. </a:t>
            </a:r>
            <a:br>
              <a:rPr lang="de-DE" sz="900" dirty="0" smtClean="0"/>
            </a:br>
            <a:r>
              <a:rPr lang="de-DE" sz="900" b="1" dirty="0" smtClean="0"/>
              <a:t>net:192.168.2.150:10001</a:t>
            </a:r>
            <a:endParaRPr lang="de-DE" sz="900" b="1" dirty="0"/>
          </a:p>
        </p:txBody>
      </p:sp>
      <p:sp>
        <p:nvSpPr>
          <p:cNvPr id="10" name="Abgerundete rechteckige Legende 9"/>
          <p:cNvSpPr/>
          <p:nvPr/>
        </p:nvSpPr>
        <p:spPr>
          <a:xfrm>
            <a:off x="130629" y="1637212"/>
            <a:ext cx="1402080" cy="522513"/>
          </a:xfrm>
          <a:prstGeom prst="wedgeRoundRectCallout">
            <a:avLst>
              <a:gd name="adj1" fmla="val 82538"/>
              <a:gd name="adj2" fmla="val 58752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900" dirty="0"/>
              <a:t>2</a:t>
            </a:r>
            <a:r>
              <a:rPr lang="de-DE" sz="900" dirty="0" smtClean="0"/>
              <a:t>) Einmalig Getriebe und Positionen festlegen und </a:t>
            </a:r>
            <a:r>
              <a:rPr lang="de-DE" sz="900" b="1" dirty="0" smtClean="0"/>
              <a:t>Write</a:t>
            </a:r>
            <a:r>
              <a:rPr lang="de-DE" sz="900" dirty="0" smtClean="0"/>
              <a:t> drücken</a:t>
            </a:r>
            <a:endParaRPr lang="de-DE" sz="900" b="1" dirty="0"/>
          </a:p>
        </p:txBody>
      </p:sp>
      <p:sp>
        <p:nvSpPr>
          <p:cNvPr id="11" name="Abgerundete rechteckige Legende 10"/>
          <p:cNvSpPr/>
          <p:nvPr/>
        </p:nvSpPr>
        <p:spPr>
          <a:xfrm>
            <a:off x="130629" y="2412188"/>
            <a:ext cx="1402080" cy="522513"/>
          </a:xfrm>
          <a:prstGeom prst="wedgeRoundRectCallout">
            <a:avLst>
              <a:gd name="adj1" fmla="val 84401"/>
              <a:gd name="adj2" fmla="val -49582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900" dirty="0" smtClean="0"/>
              <a:t>2) Beispiel 1: </a:t>
            </a:r>
            <a:r>
              <a:rPr lang="de-DE" sz="900" b="1" dirty="0" smtClean="0"/>
              <a:t>Write</a:t>
            </a:r>
            <a:r>
              <a:rPr lang="de-DE" sz="900" dirty="0" smtClean="0"/>
              <a:t> drücken um die Parameter zu setzen.</a:t>
            </a:r>
            <a:endParaRPr lang="de-DE" sz="900" b="1" dirty="0"/>
          </a:p>
        </p:txBody>
      </p:sp>
      <p:sp>
        <p:nvSpPr>
          <p:cNvPr id="12" name="Abgerundete rechteckige Legende 11"/>
          <p:cNvSpPr/>
          <p:nvPr/>
        </p:nvSpPr>
        <p:spPr>
          <a:xfrm>
            <a:off x="6574972" y="409304"/>
            <a:ext cx="1863634" cy="657410"/>
          </a:xfrm>
          <a:prstGeom prst="wedgeRoundRectCallout">
            <a:avLst>
              <a:gd name="adj1" fmla="val 21924"/>
              <a:gd name="adj2" fmla="val 109224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900" dirty="0" smtClean="0"/>
              <a:t>3) </a:t>
            </a:r>
            <a:r>
              <a:rPr lang="de-DE" sz="900" b="1" dirty="0" smtClean="0"/>
              <a:t>Start</a:t>
            </a:r>
            <a:r>
              <a:rPr lang="de-DE" sz="900" dirty="0" smtClean="0"/>
              <a:t> drücken, dann werden Istwerte angezeigt und es kann der .INPUT SIMULATOR benutzt werden</a:t>
            </a:r>
            <a:endParaRPr lang="de-DE" sz="900" b="1" dirty="0"/>
          </a:p>
        </p:txBody>
      </p:sp>
      <p:sp>
        <p:nvSpPr>
          <p:cNvPr id="13" name="Abgerundete rechteckige Legende 12"/>
          <p:cNvSpPr/>
          <p:nvPr/>
        </p:nvSpPr>
        <p:spPr>
          <a:xfrm>
            <a:off x="1602378" y="3013622"/>
            <a:ext cx="1410788" cy="731064"/>
          </a:xfrm>
          <a:prstGeom prst="wedgeRoundRectCallout">
            <a:avLst>
              <a:gd name="adj1" fmla="val -12493"/>
              <a:gd name="adj2" fmla="val -101806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900" dirty="0" smtClean="0"/>
              <a:t>Noch ein Beispiel: Drehanwendung, die mit IN1 immer 180° weiterdreht. IN2 setzt </a:t>
            </a:r>
            <a:r>
              <a:rPr lang="de-DE" sz="900" dirty="0" err="1" smtClean="0"/>
              <a:t>Nullage</a:t>
            </a:r>
            <a:r>
              <a:rPr lang="de-DE" sz="900" dirty="0" smtClean="0"/>
              <a:t>.</a:t>
            </a:r>
            <a:endParaRPr lang="de-DE" sz="900" b="1" dirty="0"/>
          </a:p>
        </p:txBody>
      </p:sp>
    </p:spTree>
    <p:extLst>
      <p:ext uri="{BB962C8B-B14F-4D97-AF65-F5344CB8AC3E}">
        <p14:creationId xmlns:p14="http://schemas.microsoft.com/office/powerpoint/2010/main" val="4287525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</Words>
  <Application>Microsoft Office PowerPoint</Application>
  <PresentationFormat>Breitbild</PresentationFormat>
  <Paragraphs>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PowerPoint-Präsentation</vt:lpstr>
    </vt:vector>
  </TitlesOfParts>
  <Company>Flachmann und Heggelbacher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OH</dc:creator>
  <cp:lastModifiedBy>OH</cp:lastModifiedBy>
  <cp:revision>7</cp:revision>
  <dcterms:created xsi:type="dcterms:W3CDTF">2020-10-28T13:24:18Z</dcterms:created>
  <dcterms:modified xsi:type="dcterms:W3CDTF">2022-10-14T08:21:19Z</dcterms:modified>
</cp:coreProperties>
</file>